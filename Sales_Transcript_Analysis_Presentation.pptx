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Sales Transcript Analysis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AI-Powered Sales Intelligence Platform</a:t>
            </a:r>
          </a:p>
          <a:p>
            <a:r>
              <a:t>Version 1.0.0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🎯 Purpose: AI-powered analysis of sales conversations</a:t>
            </a:r>
          </a:p>
          <a:p>
            <a:pPr>
              <a:defRPr sz="1800"/>
            </a:pPr>
            <a:r>
              <a:t>📊 Extract requirements, recommendations, summaries &amp; action items</a:t>
            </a:r>
          </a:p>
          <a:p>
            <a:pPr>
              <a:defRPr sz="1800"/>
            </a:pPr>
            <a:r>
              <a:t>🤖 Powered by Azure OpenAI GPT-4o &amp; Whisper</a:t>
            </a:r>
          </a:p>
          <a:p>
            <a:pPr>
              <a:defRPr sz="1800"/>
            </a:pPr>
            <a:r>
              <a:t>💾 Vector database storage with semantic search</a:t>
            </a:r>
          </a:p>
          <a:p>
            <a:pPr>
              <a:defRPr sz="1800"/>
            </a:pPr>
            <a:r>
              <a:t>💬 Interactive RASA chat agent for querying transcripts</a:t>
            </a:r>
          </a:p>
          <a:p>
            <a:pPr>
              <a:defRPr sz="1800"/>
            </a:pPr>
            <a:r>
              <a:t>🌐 Single-page web interface with 3-panel layout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✅ Multi-format Input: Text, PDF, Word, CSV, Excel, Audio</a:t>
            </a:r>
          </a:p>
          <a:p>
            <a:pPr>
              <a:defRPr sz="1800"/>
            </a:pPr>
            <a:r>
              <a:t>✅ Intelligent Analysis: Requirements, Recommendations, Summaries</a:t>
            </a:r>
          </a:p>
          <a:p>
            <a:pPr>
              <a:defRPr sz="1800"/>
            </a:pPr>
            <a:r>
              <a:t>✅ Vector Search: Semantic search across stored transcripts</a:t>
            </a:r>
          </a:p>
          <a:p>
            <a:pPr>
              <a:defRPr sz="1800"/>
            </a:pPr>
            <a:r>
              <a:t>✅ Chat Interface: RASA agent using LangChain ReAct framework</a:t>
            </a:r>
          </a:p>
          <a:p>
            <a:pPr>
              <a:defRPr sz="1800"/>
            </a:pPr>
            <a:r>
              <a:t>✅ RESTful API: FastAPI with automatic documentation</a:t>
            </a:r>
          </a:p>
          <a:p>
            <a:pPr>
              <a:defRPr sz="1800"/>
            </a:pPr>
            <a:r>
              <a:t>✅ Real-time Processing: Analysis in &lt; 30 seconds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/>
            </a:pPr>
            <a:r>
              <a:t>Backend &amp; AI:</a:t>
            </a:r>
          </a:p>
          <a:p>
            <a:pPr>
              <a:defRPr sz="1400"/>
            </a:pPr>
            <a:r>
              <a:t>• FastAPI 0.104.1</a:t>
            </a:r>
          </a:p>
          <a:p>
            <a:pPr>
              <a:defRPr sz="1400"/>
            </a:pPr>
            <a:r>
              <a:t>• Azure OpenAI GPT-4o</a:t>
            </a:r>
          </a:p>
          <a:p>
            <a:pPr>
              <a:defRPr sz="1400"/>
            </a:pPr>
            <a:r>
              <a:t>• LiteLLM 1.17.9</a:t>
            </a:r>
          </a:p>
          <a:p>
            <a:pPr>
              <a:defRPr sz="1400"/>
            </a:pPr>
            <a:r>
              <a:t>• LangChain 0.3.0</a:t>
            </a:r>
          </a:p>
          <a:p>
            <a:pPr>
              <a:defRPr sz="1400"/>
            </a:pPr>
            <a:r>
              <a:t>• Python 3.12+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Database:</a:t>
            </a:r>
          </a:p>
          <a:p>
            <a:pPr>
              <a:defRPr sz="1400"/>
            </a:pPr>
            <a:r>
              <a:t>• Milvus Vector DB</a:t>
            </a:r>
          </a:p>
          <a:p>
            <a:pPr>
              <a:defRPr sz="1400"/>
            </a:pPr>
            <a:r>
              <a:t>• 1536-dim embeddings</a:t>
            </a:r>
          </a:p>
          <a:p>
            <a:pPr>
              <a:defRPr sz="1400"/>
            </a:pPr>
            <a:r>
              <a:t>• Semantic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/>
            </a:pPr>
            <a:r>
              <a:t>Document Processing:</a:t>
            </a:r>
          </a:p>
          <a:p>
            <a:pPr>
              <a:defRPr sz="1400"/>
            </a:pPr>
            <a:r>
              <a:t>• PyPDF2 (PDF)</a:t>
            </a:r>
          </a:p>
          <a:p>
            <a:pPr>
              <a:defRPr sz="1400"/>
            </a:pPr>
            <a:r>
              <a:t>• python-docx (Word)</a:t>
            </a:r>
          </a:p>
          <a:p>
            <a:pPr>
              <a:defRPr sz="1400"/>
            </a:pPr>
            <a:r>
              <a:t>• pandas (CSV/Excel)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Audio Processing:</a:t>
            </a:r>
          </a:p>
          <a:p>
            <a:pPr>
              <a:defRPr sz="1400"/>
            </a:pPr>
            <a:r>
              <a:t>• Azure Whisper API</a:t>
            </a:r>
          </a:p>
          <a:p>
            <a:pPr>
              <a:defRPr sz="1400"/>
            </a:pPr>
            <a:r>
              <a:t>• MP3, WAV, M4A, OGG</a:t>
            </a:r>
          </a:p>
          <a:p>
            <a:pPr>
              <a:defRPr sz="1400"/>
            </a:pPr>
            <a:r>
              <a:t>• Max 25 MB files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🖥️ Web Interface (3-Panel Layout)</a:t>
            </a:r>
          </a:p>
          <a:p>
            <a:pPr>
              <a:defRPr sz="1800"/>
            </a:pPr>
            <a:r>
              <a:t>    → Transcript Input | Analysis Results | RASA Chat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⚙️ FastAPI Application Layer</a:t>
            </a:r>
          </a:p>
          <a:p>
            <a:pPr>
              <a:defRPr sz="1800"/>
            </a:pPr>
            <a:r>
              <a:t>    → /analyze/text, /analyze/audio, /analyze/file, /chat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🤖 AI Processing Layer</a:t>
            </a:r>
          </a:p>
          <a:p>
            <a:pPr>
              <a:defRPr sz="1800"/>
            </a:pPr>
            <a:r>
              <a:t>    → TranscriptAnalyzer | AudioProcessor | ChatAgent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☁️ Azure OpenAI Services</a:t>
            </a:r>
          </a:p>
          <a:p>
            <a:pPr>
              <a:defRPr sz="1800"/>
            </a:pPr>
            <a:r>
              <a:t>    → GPT-4o | Whisper | text-embedding-3-small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💾 Milvus Vector Database</a:t>
            </a:r>
          </a:p>
          <a:p>
            <a:pPr>
              <a:defRPr sz="1800"/>
            </a:pPr>
            <a:r>
              <a:t>    → Semantic storage &amp; retrieval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/>
            </a:pPr>
            <a:r>
              <a:t>TranscriptAnalyzer:</a:t>
            </a:r>
          </a:p>
          <a:p>
            <a:pPr>
              <a:defRPr sz="1400"/>
            </a:pPr>
            <a:r>
              <a:t>• Analyzes sales conversations</a:t>
            </a:r>
          </a:p>
          <a:p>
            <a:pPr>
              <a:defRPr sz="1400"/>
            </a:pPr>
            <a:r>
              <a:t>• Extracts structured insights</a:t>
            </a:r>
          </a:p>
          <a:p>
            <a:pPr>
              <a:defRPr sz="1400"/>
            </a:pPr>
            <a:r>
              <a:t>• Supports text chunking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AudioProcessor:</a:t>
            </a:r>
          </a:p>
          <a:p>
            <a:pPr>
              <a:defRPr sz="1400"/>
            </a:pPr>
            <a:r>
              <a:t>• Transcribes audio files</a:t>
            </a:r>
          </a:p>
          <a:p>
            <a:pPr>
              <a:defRPr sz="1400"/>
            </a:pPr>
            <a:r>
              <a:t>• Azure Whisper integration</a:t>
            </a:r>
          </a:p>
          <a:p>
            <a:pPr>
              <a:defRPr sz="1400"/>
            </a:pPr>
            <a:r>
              <a:t>• Format validation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DocumentProcessor:</a:t>
            </a:r>
          </a:p>
          <a:p>
            <a:pPr>
              <a:defRPr sz="1400"/>
            </a:pPr>
            <a:r>
              <a:t>• Extracts text from docs</a:t>
            </a:r>
          </a:p>
          <a:p>
            <a:pPr>
              <a:defRPr sz="1400"/>
            </a:pPr>
            <a:r>
              <a:t>• Multi-format support</a:t>
            </a:r>
          </a:p>
          <a:p>
            <a:pPr>
              <a:defRPr sz="1400"/>
            </a:pPr>
            <a:r>
              <a:t>• Table 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/>
            </a:pPr>
            <a:r>
              <a:t>ChatAgent (RASA):</a:t>
            </a:r>
          </a:p>
          <a:p>
            <a:pPr>
              <a:defRPr sz="1400"/>
            </a:pPr>
            <a:r>
              <a:t>• LangChain ReAct framework</a:t>
            </a:r>
          </a:p>
          <a:p>
            <a:pPr>
              <a:defRPr sz="1400"/>
            </a:pPr>
            <a:r>
              <a:t>• Autonomous tool selection</a:t>
            </a:r>
          </a:p>
          <a:p>
            <a:pPr>
              <a:defRPr sz="1400"/>
            </a:pPr>
            <a:r>
              <a:t>• Conversation memory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MilvusVectorStore:</a:t>
            </a:r>
          </a:p>
          <a:p>
            <a:pPr>
              <a:defRPr sz="1400"/>
            </a:pPr>
            <a:r>
              <a:t>• Semantic search</a:t>
            </a:r>
          </a:p>
          <a:p>
            <a:pPr>
              <a:defRPr sz="1400"/>
            </a:pPr>
            <a:r>
              <a:t>• Embedding generation</a:t>
            </a:r>
          </a:p>
          <a:p>
            <a:pPr>
              <a:defRPr sz="1400"/>
            </a:pPr>
            <a:r>
              <a:t>• Transcript storage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SalesHelperAgent:</a:t>
            </a:r>
          </a:p>
          <a:p>
            <a:pPr>
              <a:defRPr sz="1400"/>
            </a:pPr>
            <a:r>
              <a:t>• Requirement extraction</a:t>
            </a:r>
          </a:p>
          <a:p>
            <a:pPr>
              <a:defRPr sz="1400"/>
            </a:pPr>
            <a:r>
              <a:t>• Recommendation engine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Endpoints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POST /analyze/text - Analyze text transcript</a:t>
            </a:r>
          </a:p>
          <a:p>
            <a:pPr>
              <a:defRPr sz="1800"/>
            </a:pPr>
            <a:r>
              <a:t>POST /analyze/audio - Transcribe &amp; analyze audio</a:t>
            </a:r>
          </a:p>
          <a:p>
            <a:pPr>
              <a:defRPr sz="1800"/>
            </a:pPr>
            <a:r>
              <a:t>POST /analyze/file - Extract &amp; analyze documents</a:t>
            </a:r>
          </a:p>
          <a:p>
            <a:pPr>
              <a:defRPr sz="1800"/>
            </a:pPr>
            <a:r>
              <a:t>POST /chat - Chat with RASA agent</a:t>
            </a:r>
          </a:p>
          <a:p>
            <a:pPr>
              <a:defRPr sz="1800"/>
            </a:pPr>
            <a:r>
              <a:t>POST /search - Semantic search transcripts</a:t>
            </a:r>
          </a:p>
          <a:p>
            <a:pPr>
              <a:defRPr sz="1800"/>
            </a:pPr>
            <a:r>
              <a:t>POST /sales-helper - Get sales recommendations</a:t>
            </a:r>
          </a:p>
          <a:p>
            <a:pPr>
              <a:defRPr sz="1800"/>
            </a:pPr>
            <a:r>
              <a:t>GET /health - Health check</a:t>
            </a:r>
          </a:p>
          <a:p>
            <a:pPr>
              <a:defRPr sz="1800"/>
            </a:pPr>
            <a:r>
              <a:t>GET / - Web interface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Output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📋 Requirements</a:t>
            </a:r>
          </a:p>
          <a:p>
            <a:pPr>
              <a:defRPr sz="1800"/>
            </a:pPr>
            <a:r>
              <a:t>    • Requirement description, priority, mentioned by, context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💡 Recommendations</a:t>
            </a:r>
          </a:p>
          <a:p>
            <a:pPr>
              <a:defRPr sz="1800"/>
            </a:pPr>
            <a:r>
              <a:t>    • Recommendation, rationale, product fit, priority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📝 Summary</a:t>
            </a:r>
          </a:p>
          <a:p>
            <a:pPr>
              <a:defRPr sz="1800"/>
            </a:pPr>
            <a:r>
              <a:t>    • Overview, client needs, pain points, opportunities</a:t>
            </a:r>
          </a:p>
          <a:p>
            <a:pPr>
              <a:defRPr sz="1800"/>
            </a:pPr>
            <a:r>
              <a:t>    • Next steps, sentiment, engagement level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✅ Action Items</a:t>
            </a:r>
          </a:p>
          <a:p>
            <a:pPr>
              <a:defRPr sz="1800"/>
            </a:pPr>
            <a:r>
              <a:t>    • Action, owner, priority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Flow: Text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1️⃣ User Input → FastAPI Endpoint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2️⃣ Validate &amp; Generate ID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3️⃣ TranscriptAnalyzer → Text Chunking (if &gt; 5000 chars)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4️⃣ Azure OpenAI GPT-4o → Structured Analysis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5️⃣ Generate Embeddings → Store in Milvus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6️⃣ Return Analysis Response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Flow: Audio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1️⃣ User Upload → Save to Temp Directory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2️⃣ AudioProcessor → Validate File (format, size)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3️⃣ Azure Whisper API → Transcribe Audio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4️⃣ TranscriptAnalyzer → Analyze Transcript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5️⃣ Store in Milvus → Delete Temp File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6️⃣ Return Analysis Response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RASA Chat Agent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🤖 LangChain ReAct Agent Framework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1️⃣ Thought: Analyze user question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2️⃣ Action: Decide to search database or answer directly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3️⃣ Tool: search_database() → Vector similarity search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4️⃣ Observation: Process search results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5️⃣ Final Answer: Generate concise response (1-2 sentences)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6️⃣ Update Conversation Memory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/>
            </a:pPr>
            <a:r>
              <a:t>Sales Transcript Analysis:</a:t>
            </a:r>
          </a:p>
          <a:p>
            <a:pPr>
              <a:defRPr sz="1400"/>
            </a:pPr>
            <a:r>
              <a:t>• Upload conversation</a:t>
            </a:r>
          </a:p>
          <a:p>
            <a:pPr>
              <a:defRPr sz="1400"/>
            </a:pPr>
            <a:r>
              <a:t>• Extract requirements</a:t>
            </a:r>
          </a:p>
          <a:p>
            <a:pPr>
              <a:defRPr sz="1400"/>
            </a:pPr>
            <a:r>
              <a:t>• Get recommendations</a:t>
            </a:r>
          </a:p>
          <a:p>
            <a:pPr>
              <a:defRPr sz="1400"/>
            </a:pPr>
            <a:r>
              <a:t>• Identify action items</a:t>
            </a:r>
          </a:p>
          <a:p>
            <a:pPr>
              <a:defRPr sz="1400"/>
            </a:pPr>
            <a:r>
              <a:t>• Store for future reference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Interactive Chat:</a:t>
            </a:r>
          </a:p>
          <a:p>
            <a:pPr>
              <a:defRPr sz="1400"/>
            </a:pPr>
            <a:r>
              <a:t>• Query stored transcripts</a:t>
            </a:r>
          </a:p>
          <a:p>
            <a:pPr>
              <a:defRPr sz="1400"/>
            </a:pPr>
            <a:r>
              <a:t>• Ask about requirements</a:t>
            </a:r>
          </a:p>
          <a:p>
            <a:pPr>
              <a:defRPr sz="1400"/>
            </a:pPr>
            <a:r>
              <a:t>• Find similar cases</a:t>
            </a:r>
          </a:p>
          <a:p>
            <a:pPr>
              <a:defRPr sz="1400"/>
            </a:pPr>
            <a:r>
              <a:t>• Get quick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/>
            </a:pPr>
            <a:r>
              <a:t>Sales Assistance:</a:t>
            </a:r>
          </a:p>
          <a:p>
            <a:pPr>
              <a:defRPr sz="1400"/>
            </a:pPr>
            <a:r>
              <a:t>• Describe client needs</a:t>
            </a:r>
          </a:p>
          <a:p>
            <a:pPr>
              <a:defRPr sz="1400"/>
            </a:pPr>
            <a:r>
              <a:t>• Extract requirements</a:t>
            </a:r>
          </a:p>
          <a:p>
            <a:pPr>
              <a:defRPr sz="1400"/>
            </a:pPr>
            <a:r>
              <a:t>• Search similar cases</a:t>
            </a:r>
          </a:p>
          <a:p>
            <a:pPr>
              <a:defRPr sz="1400"/>
            </a:pPr>
            <a:r>
              <a:t>• Generate recommendations</a:t>
            </a:r>
          </a:p>
          <a:p>
            <a:pPr>
              <a:defRPr sz="1400"/>
            </a:pPr>
            <a:r>
              <a:t>• Improve win rates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Knowledge Management:</a:t>
            </a:r>
          </a:p>
          <a:p>
            <a:pPr>
              <a:defRPr sz="1400"/>
            </a:pPr>
            <a:r>
              <a:t>• Build sales knowledge base</a:t>
            </a:r>
          </a:p>
          <a:p>
            <a:pPr>
              <a:defRPr sz="1400"/>
            </a:pPr>
            <a:r>
              <a:t>• Learn from past deals</a:t>
            </a:r>
          </a:p>
          <a:p>
            <a:pPr>
              <a:defRPr sz="1400"/>
            </a:pPr>
            <a:r>
              <a:t>• Share best practices</a:t>
            </a:r>
          </a:p>
          <a:p>
            <a:pPr>
              <a:defRPr sz="1400"/>
            </a:pPr>
            <a:r>
              <a:t>• Onboard new reps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Guide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📋 Prerequisites:</a:t>
            </a:r>
          </a:p>
          <a:p>
            <a:pPr>
              <a:defRPr sz="1800"/>
            </a:pPr>
            <a:r>
              <a:t>    • Python 3.12+, Azure OpenAI account, Milvus Cloud (optional)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⚙️ Setup:</a:t>
            </a:r>
          </a:p>
          <a:p>
            <a:pPr>
              <a:defRPr sz="1800"/>
            </a:pPr>
            <a:r>
              <a:t>    • Clone repo → Create venv → Install dependencies</a:t>
            </a:r>
          </a:p>
          <a:p>
            <a:pPr>
              <a:defRPr sz="1800"/>
            </a:pPr>
            <a:r>
              <a:t>    • Configure .env file with Azure credentials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🚀 Run:</a:t>
            </a:r>
          </a:p>
          <a:p>
            <a:pPr>
              <a:defRPr sz="1800"/>
            </a:pPr>
            <a:r>
              <a:t>    • Development: python run_api.py</a:t>
            </a:r>
          </a:p>
          <a:p>
            <a:pPr>
              <a:defRPr sz="1800"/>
            </a:pPr>
            <a:r>
              <a:t>    • Production: uvicorn with workers</a:t>
            </a:r>
          </a:p>
          <a:p>
            <a:pPr>
              <a:defRPr sz="1800"/>
            </a:pPr>
            <a:r>
              <a:t>    • Docker: Build &amp; deploy container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📊 Monitor: Health checks, logs, performance metrics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&amp; Success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/>
            </a:pPr>
            <a:r>
              <a:t>Performance Targets:</a:t>
            </a:r>
          </a:p>
          <a:p>
            <a:pPr>
              <a:defRPr sz="1400"/>
            </a:pPr>
            <a:r>
              <a:t>• Text analysis: &lt; 15 sec</a:t>
            </a:r>
          </a:p>
          <a:p>
            <a:pPr>
              <a:defRPr sz="1400"/>
            </a:pPr>
            <a:r>
              <a:t>• Audio transcription: &lt; 30 sec</a:t>
            </a:r>
          </a:p>
          <a:p>
            <a:pPr>
              <a:defRPr sz="1400"/>
            </a:pPr>
            <a:r>
              <a:t>• Document processing: &lt; 20 sec</a:t>
            </a:r>
          </a:p>
          <a:p>
            <a:pPr>
              <a:defRPr sz="1400"/>
            </a:pPr>
            <a:r>
              <a:t>• Chat response: &lt; 10 sec</a:t>
            </a:r>
          </a:p>
          <a:p>
            <a:pPr>
              <a:defRPr sz="1400"/>
            </a:pPr>
            <a:r>
              <a:t>• Search query: &lt; 5 sec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Scalability:</a:t>
            </a:r>
          </a:p>
          <a:p>
            <a:pPr>
              <a:defRPr sz="1400"/>
            </a:pPr>
            <a:r>
              <a:t>• 1000+ concurrent users</a:t>
            </a:r>
          </a:p>
          <a:p>
            <a:pPr>
              <a:defRPr sz="1400"/>
            </a:pPr>
            <a:r>
              <a:t>• 99% uptime</a:t>
            </a:r>
          </a:p>
          <a:p>
            <a:pPr>
              <a:defRPr sz="1400"/>
            </a:pPr>
            <a:r>
              <a:t>• Auto-scaling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/>
            </a:pPr>
            <a:r>
              <a:t>Accuracy Metrics:</a:t>
            </a:r>
          </a:p>
          <a:p>
            <a:pPr>
              <a:defRPr sz="1400"/>
            </a:pPr>
            <a:r>
              <a:t>• Requirement extraction: &gt; 85%</a:t>
            </a:r>
          </a:p>
          <a:p>
            <a:pPr>
              <a:defRPr sz="1400"/>
            </a:pPr>
            <a:r>
              <a:t>• Recommendation relevance: &gt; 80%</a:t>
            </a:r>
          </a:p>
          <a:p>
            <a:pPr>
              <a:defRPr sz="1400"/>
            </a:pPr>
            <a:r>
              <a:t>• Summary completeness: &gt; 90%</a:t>
            </a:r>
          </a:p>
          <a:p>
            <a:pPr>
              <a:defRPr sz="1400"/>
            </a:pPr>
            <a:r>
              <a:t>• Sentiment detection: &gt; 75%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File Support:</a:t>
            </a:r>
          </a:p>
          <a:p>
            <a:pPr>
              <a:defRPr sz="1400"/>
            </a:pPr>
            <a:r>
              <a:t>• Max audio: 25 MB</a:t>
            </a:r>
          </a:p>
          <a:p>
            <a:pPr>
              <a:defRPr sz="1400"/>
            </a:pPr>
            <a:r>
              <a:t>• Formats: 10+ types</a:t>
            </a:r>
          </a:p>
          <a:p>
            <a:pPr>
              <a:defRPr sz="1400"/>
            </a:pPr>
            <a:r>
              <a:t>• Concurrent uploads: Yes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🔒 Current Implementation:</a:t>
            </a:r>
          </a:p>
          <a:p>
            <a:pPr>
              <a:defRPr sz="1800"/>
            </a:pPr>
            <a:r>
              <a:t>    • Environment-based configuration</a:t>
            </a:r>
          </a:p>
          <a:p>
            <a:pPr>
              <a:defRPr sz="1800"/>
            </a:pPr>
            <a:r>
              <a:t>    • CORS enabled (development)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🛡️ Production Recommendations:</a:t>
            </a:r>
          </a:p>
          <a:p>
            <a:pPr>
              <a:defRPr sz="1800"/>
            </a:pPr>
            <a:r>
              <a:t>    • API key authentication</a:t>
            </a:r>
          </a:p>
          <a:p>
            <a:pPr>
              <a:defRPr sz="1800"/>
            </a:pPr>
            <a:r>
              <a:t>    • HTTPS only</a:t>
            </a:r>
          </a:p>
          <a:p>
            <a:pPr>
              <a:defRPr sz="1800"/>
            </a:pPr>
            <a:r>
              <a:t>    • Rate limiting (10-30 req/min)</a:t>
            </a:r>
          </a:p>
          <a:p>
            <a:pPr>
              <a:defRPr sz="1800"/>
            </a:pPr>
            <a:r>
              <a:t>    • Input validation &amp; sanitization</a:t>
            </a:r>
          </a:p>
          <a:p>
            <a:pPr>
              <a:defRPr sz="1800"/>
            </a:pPr>
            <a:r>
              <a:t>    • Encrypt sensitive data</a:t>
            </a:r>
          </a:p>
          <a:p>
            <a:pPr>
              <a:defRPr sz="1800"/>
            </a:pPr>
            <a:r>
              <a:t>    • Regular security audits</a:t>
            </a:r>
          </a:p>
          <a:p>
            <a:pPr>
              <a:defRPr sz="1800"/>
            </a:pPr>
            <a:r>
              <a:t>    • Comprehensive logging &amp; monitoring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🚀 Planned Features:</a:t>
            </a:r>
          </a:p>
          <a:p>
            <a:pPr>
              <a:defRPr sz="1800"/>
            </a:pPr>
            <a:r>
              <a:t>    • Multi-language support</a:t>
            </a:r>
          </a:p>
          <a:p>
            <a:pPr>
              <a:defRPr sz="1800"/>
            </a:pPr>
            <a:r>
              <a:t>    • Real-time transcription</a:t>
            </a:r>
          </a:p>
          <a:p>
            <a:pPr>
              <a:defRPr sz="1800"/>
            </a:pPr>
            <a:r>
              <a:t>    • Advanced analytics dashboard</a:t>
            </a:r>
          </a:p>
          <a:p>
            <a:pPr>
              <a:defRPr sz="1800"/>
            </a:pPr>
            <a:r>
              <a:t>    • CRM integration (Salesforce, HubSpot)</a:t>
            </a:r>
          </a:p>
          <a:p>
            <a:pPr>
              <a:defRPr sz="1800"/>
            </a:pPr>
            <a:r>
              <a:t>    • Mobile app</a:t>
            </a:r>
          </a:p>
          <a:p>
            <a:pPr>
              <a:defRPr sz="1800"/>
            </a:pPr>
            <a:r>
              <a:t>    • Custom model fine-tuning</a:t>
            </a:r>
          </a:p>
          <a:p>
            <a:pPr>
              <a:defRPr sz="1800"/>
            </a:pPr>
            <a:r>
              <a:t>    • Team collaboration features</a:t>
            </a:r>
          </a:p>
          <a:p>
            <a:pPr>
              <a:defRPr sz="1800"/>
            </a:pPr>
            <a:r>
              <a:t>    • Automated follow-up suggestions</a:t>
            </a:r>
          </a:p>
          <a:p>
            <a:pPr>
              <a:defRPr sz="1800"/>
            </a:pPr>
            <a:r>
              <a:t>    • Performance benchmarking</a:t>
            </a:r>
          </a:p>
          <a:p>
            <a:pPr>
              <a:defRPr sz="1800"/>
            </a:pPr>
            <a:r>
              <a:t>    • Export to multiple formats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Specifications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/>
            </a:pPr>
            <a:r>
              <a:t>Dependencies:</a:t>
            </a:r>
          </a:p>
          <a:p>
            <a:pPr>
              <a:defRPr sz="1400"/>
            </a:pPr>
            <a:r>
              <a:t>• fastapi==0.104.1</a:t>
            </a:r>
          </a:p>
          <a:p>
            <a:pPr>
              <a:defRPr sz="1400"/>
            </a:pPr>
            <a:r>
              <a:t>• litellm==1.17.9</a:t>
            </a:r>
          </a:p>
          <a:p>
            <a:pPr>
              <a:defRPr sz="1400"/>
            </a:pPr>
            <a:r>
              <a:t>• langchain==0.3.0</a:t>
            </a:r>
          </a:p>
          <a:p>
            <a:pPr>
              <a:defRPr sz="1400"/>
            </a:pPr>
            <a:r>
              <a:t>• pymilvus==2.3.4</a:t>
            </a:r>
          </a:p>
          <a:p>
            <a:pPr>
              <a:defRPr sz="1400"/>
            </a:pPr>
            <a:r>
              <a:t>• pypdf2==3.0.1</a:t>
            </a:r>
          </a:p>
          <a:p>
            <a:pPr>
              <a:defRPr sz="1400"/>
            </a:pPr>
            <a:r>
              <a:t>• python-docx==1.2.0</a:t>
            </a:r>
          </a:p>
          <a:p>
            <a:pPr>
              <a:defRPr sz="1400"/>
            </a:pPr>
            <a:r>
              <a:t>• pandas==2.3.3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Configuration:</a:t>
            </a:r>
          </a:p>
          <a:p>
            <a:pPr>
              <a:defRPr sz="1400"/>
            </a:pPr>
            <a:r>
              <a:t>• YAML-based config</a:t>
            </a:r>
          </a:p>
          <a:p>
            <a:pPr>
              <a:defRPr sz="1400"/>
            </a:pPr>
            <a:r>
              <a:t>• Environment overrides</a:t>
            </a:r>
          </a:p>
          <a:p>
            <a:pPr>
              <a:defRPr sz="1400"/>
            </a:pPr>
            <a:r>
              <a:t>• Separate prompt templates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/>
            </a:pPr>
            <a:r>
              <a:t>Azure OpenAI Limits:</a:t>
            </a:r>
          </a:p>
          <a:p>
            <a:pPr>
              <a:defRPr sz="1400"/>
            </a:pPr>
            <a:r>
              <a:t>• GPT-4o: 150K tokens/min</a:t>
            </a:r>
          </a:p>
          <a:p>
            <a:pPr>
              <a:defRPr sz="1400"/>
            </a:pPr>
            <a:r>
              <a:t>• Whisper: 50 req/min</a:t>
            </a:r>
          </a:p>
          <a:p>
            <a:pPr>
              <a:defRPr sz="1400"/>
            </a:pPr>
            <a:r>
              <a:t>• Embeddings: 350K tokens/min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Logging:</a:t>
            </a:r>
          </a:p>
          <a:p>
            <a:pPr>
              <a:defRPr sz="1400"/>
            </a:pPr>
            <a:r>
              <a:t>• colorlog integration</a:t>
            </a:r>
          </a:p>
          <a:p>
            <a:pPr>
              <a:defRPr sz="1400"/>
            </a:pPr>
            <a:r>
              <a:t>• File rotation (10 MB)</a:t>
            </a:r>
          </a:p>
          <a:p>
            <a:pPr>
              <a:defRPr sz="1400"/>
            </a:pPr>
            <a:r>
              <a:t>• Debug mode available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Database:</a:t>
            </a:r>
          </a:p>
          <a:p>
            <a:pPr>
              <a:defRPr sz="1400"/>
            </a:pPr>
            <a:r>
              <a:t>• Collection: sales_transcripts</a:t>
            </a:r>
          </a:p>
          <a:p>
            <a:pPr>
              <a:defRPr sz="1400"/>
            </a:pPr>
            <a:r>
              <a:t>• Index: IVF_FLAT (L2)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Resources &amp;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📚 Documentation:</a:t>
            </a:r>
          </a:p>
          <a:p>
            <a:pPr>
              <a:defRPr sz="1800"/>
            </a:pPr>
            <a:r>
              <a:t>    • Comprehensive Word document (1300+ lines)</a:t>
            </a:r>
          </a:p>
          <a:p>
            <a:pPr>
              <a:defRPr sz="1800"/>
            </a:pPr>
            <a:r>
              <a:t>    • API docs: http://localhost:8000/docs</a:t>
            </a:r>
          </a:p>
          <a:p>
            <a:pPr>
              <a:defRPr sz="1800"/>
            </a:pPr>
            <a:r>
              <a:t>    • ReDoc: http://localhost:8000/redoc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🔗 Quick Links:</a:t>
            </a:r>
          </a:p>
          <a:p>
            <a:pPr>
              <a:defRPr sz="1800"/>
            </a:pPr>
            <a:r>
              <a:t>    • Web Interface: http://localhost:8000</a:t>
            </a:r>
          </a:p>
          <a:p>
            <a:pPr>
              <a:defRPr sz="1800"/>
            </a:pPr>
            <a:r>
              <a:t>    • Health Check: http://localhost:8000/health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📧 Support:</a:t>
            </a:r>
          </a:p>
          <a:p>
            <a:pPr>
              <a:defRPr sz="1800"/>
            </a:pPr>
            <a:r>
              <a:t>    • Technical documentation included</a:t>
            </a:r>
          </a:p>
          <a:p>
            <a:pPr>
              <a:defRPr sz="1800"/>
            </a:pPr>
            <a:r>
              <a:t>    • API reference available</a:t>
            </a:r>
          </a:p>
          <a:p>
            <a:pPr>
              <a:defRPr sz="1800"/>
            </a:pPr>
            <a:r>
              <a:t>    • Configuration examples provided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66CC"/>
                </a:solidFill>
              </a:defRPr>
            </a:pPr>
            <a:r>
              <a:t>Thank You!</a:t>
            </a:r>
          </a:p>
          <a:p>
            <a:pPr algn="ctr">
              <a:defRPr sz="2800">
                <a:solidFill>
                  <a:srgbClr val="666666"/>
                </a:solidFill>
              </a:defRPr>
            </a:pPr>
            <a:r>
              <a:t>Sales Transcript Analysis System</a:t>
            </a:r>
          </a:p>
          <a:p>
            <a:pPr algn="ctr">
              <a:defRPr sz="2000">
                <a:solidFill>
                  <a:srgbClr val="999999"/>
                </a:solidFill>
              </a:defRPr>
            </a:pPr>
            <a:r>
              <a:t>AI-Powered Sales Intelligence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